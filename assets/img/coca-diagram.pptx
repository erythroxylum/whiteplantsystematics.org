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sldIdLst>
    <p:sldId id="256" r:id="rId2"/>
  </p:sldIdLst>
  <p:sldSz cx="6583363" cy="65833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74" userDrawn="1">
          <p15:clr>
            <a:srgbClr val="A4A3A4"/>
          </p15:clr>
        </p15:guide>
        <p15:guide id="2" pos="20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73"/>
  </p:normalViewPr>
  <p:slideViewPr>
    <p:cSldViewPr snapToGrid="0" showGuides="1">
      <p:cViewPr varScale="1">
        <p:scale>
          <a:sx n="120" d="100"/>
          <a:sy n="120" d="100"/>
        </p:scale>
        <p:origin x="2608" y="192"/>
      </p:cViewPr>
      <p:guideLst>
        <p:guide orient="horz" pos="2074"/>
        <p:guide pos="207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3752" y="1077416"/>
            <a:ext cx="5595859" cy="2291986"/>
          </a:xfrm>
        </p:spPr>
        <p:txBody>
          <a:bodyPr anchor="b"/>
          <a:lstStyle>
            <a:lvl1pPr algn="ctr">
              <a:defRPr sz="43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2921" y="3457790"/>
            <a:ext cx="4937522" cy="1589455"/>
          </a:xfrm>
        </p:spPr>
        <p:txBody>
          <a:bodyPr/>
          <a:lstStyle>
            <a:lvl1pPr marL="0" indent="0" algn="ctr">
              <a:buNone/>
              <a:defRPr sz="1728"/>
            </a:lvl1pPr>
            <a:lvl2pPr marL="329184" indent="0" algn="ctr">
              <a:buNone/>
              <a:defRPr sz="1440"/>
            </a:lvl2pPr>
            <a:lvl3pPr marL="658368" indent="0" algn="ctr">
              <a:buNone/>
              <a:defRPr sz="1296"/>
            </a:lvl3pPr>
            <a:lvl4pPr marL="987552" indent="0" algn="ctr">
              <a:buNone/>
              <a:defRPr sz="1152"/>
            </a:lvl4pPr>
            <a:lvl5pPr marL="1316736" indent="0" algn="ctr">
              <a:buNone/>
              <a:defRPr sz="1152"/>
            </a:lvl5pPr>
            <a:lvl6pPr marL="1645920" indent="0" algn="ctr">
              <a:buNone/>
              <a:defRPr sz="1152"/>
            </a:lvl6pPr>
            <a:lvl7pPr marL="1975104" indent="0" algn="ctr">
              <a:buNone/>
              <a:defRPr sz="1152"/>
            </a:lvl7pPr>
            <a:lvl8pPr marL="2304288" indent="0" algn="ctr">
              <a:buNone/>
              <a:defRPr sz="1152"/>
            </a:lvl8pPr>
            <a:lvl9pPr marL="2633472" indent="0" algn="ctr">
              <a:buNone/>
              <a:defRPr sz="115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872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628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178" y="1641271"/>
            <a:ext cx="5678151" cy="2738496"/>
          </a:xfrm>
        </p:spPr>
        <p:txBody>
          <a:bodyPr anchor="b"/>
          <a:lstStyle>
            <a:lvl1pPr>
              <a:defRPr sz="43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9178" y="4405674"/>
            <a:ext cx="5678151" cy="1440110"/>
          </a:xfrm>
        </p:spPr>
        <p:txBody>
          <a:bodyPr/>
          <a:lstStyle>
            <a:lvl1pPr marL="0" indent="0">
              <a:buNone/>
              <a:defRPr sz="1728">
                <a:solidFill>
                  <a:schemeClr val="tx1">
                    <a:tint val="82000"/>
                  </a:schemeClr>
                </a:solidFill>
              </a:defRPr>
            </a:lvl1pPr>
            <a:lvl2pPr marL="329184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2pPr>
            <a:lvl3pPr marL="658368" indent="0">
              <a:buNone/>
              <a:defRPr sz="1296">
                <a:solidFill>
                  <a:schemeClr val="tx1">
                    <a:tint val="82000"/>
                  </a:schemeClr>
                </a:solidFill>
              </a:defRPr>
            </a:lvl3pPr>
            <a:lvl4pPr marL="987552" indent="0">
              <a:buNone/>
              <a:defRPr sz="1152">
                <a:solidFill>
                  <a:schemeClr val="tx1">
                    <a:tint val="82000"/>
                  </a:schemeClr>
                </a:solidFill>
              </a:defRPr>
            </a:lvl4pPr>
            <a:lvl5pPr marL="1316736" indent="0">
              <a:buNone/>
              <a:defRPr sz="1152">
                <a:solidFill>
                  <a:schemeClr val="tx1">
                    <a:tint val="82000"/>
                  </a:schemeClr>
                </a:solidFill>
              </a:defRPr>
            </a:lvl5pPr>
            <a:lvl6pPr marL="1645920" indent="0">
              <a:buNone/>
              <a:defRPr sz="1152">
                <a:solidFill>
                  <a:schemeClr val="tx1">
                    <a:tint val="82000"/>
                  </a:schemeClr>
                </a:solidFill>
              </a:defRPr>
            </a:lvl6pPr>
            <a:lvl7pPr marL="1975104" indent="0">
              <a:buNone/>
              <a:defRPr sz="1152">
                <a:solidFill>
                  <a:schemeClr val="tx1">
                    <a:tint val="82000"/>
                  </a:schemeClr>
                </a:solidFill>
              </a:defRPr>
            </a:lvl7pPr>
            <a:lvl8pPr marL="2304288" indent="0">
              <a:buNone/>
              <a:defRPr sz="1152">
                <a:solidFill>
                  <a:schemeClr val="tx1">
                    <a:tint val="82000"/>
                  </a:schemeClr>
                </a:solidFill>
              </a:defRPr>
            </a:lvl8pPr>
            <a:lvl9pPr marL="2633472" indent="0">
              <a:buNone/>
              <a:defRPr sz="115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5787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2606" y="1752516"/>
            <a:ext cx="2797929" cy="41770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332828" y="1752516"/>
            <a:ext cx="2797929" cy="41770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411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463" y="350505"/>
            <a:ext cx="5678151" cy="12724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3464" y="1613839"/>
            <a:ext cx="2785071" cy="790917"/>
          </a:xfrm>
        </p:spPr>
        <p:txBody>
          <a:bodyPr anchor="b"/>
          <a:lstStyle>
            <a:lvl1pPr marL="0" indent="0">
              <a:buNone/>
              <a:defRPr sz="1728" b="1"/>
            </a:lvl1pPr>
            <a:lvl2pPr marL="329184" indent="0">
              <a:buNone/>
              <a:defRPr sz="1440" b="1"/>
            </a:lvl2pPr>
            <a:lvl3pPr marL="658368" indent="0">
              <a:buNone/>
              <a:defRPr sz="1296" b="1"/>
            </a:lvl3pPr>
            <a:lvl4pPr marL="987552" indent="0">
              <a:buNone/>
              <a:defRPr sz="1152" b="1"/>
            </a:lvl4pPr>
            <a:lvl5pPr marL="1316736" indent="0">
              <a:buNone/>
              <a:defRPr sz="1152" b="1"/>
            </a:lvl5pPr>
            <a:lvl6pPr marL="1645920" indent="0">
              <a:buNone/>
              <a:defRPr sz="1152" b="1"/>
            </a:lvl6pPr>
            <a:lvl7pPr marL="1975104" indent="0">
              <a:buNone/>
              <a:defRPr sz="1152" b="1"/>
            </a:lvl7pPr>
            <a:lvl8pPr marL="2304288" indent="0">
              <a:buNone/>
              <a:defRPr sz="1152" b="1"/>
            </a:lvl8pPr>
            <a:lvl9pPr marL="2633472" indent="0">
              <a:buNone/>
              <a:defRPr sz="11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3464" y="2404756"/>
            <a:ext cx="2785071" cy="35370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828" y="1613839"/>
            <a:ext cx="2798787" cy="790917"/>
          </a:xfrm>
        </p:spPr>
        <p:txBody>
          <a:bodyPr anchor="b"/>
          <a:lstStyle>
            <a:lvl1pPr marL="0" indent="0">
              <a:buNone/>
              <a:defRPr sz="1728" b="1"/>
            </a:lvl1pPr>
            <a:lvl2pPr marL="329184" indent="0">
              <a:buNone/>
              <a:defRPr sz="1440" b="1"/>
            </a:lvl2pPr>
            <a:lvl3pPr marL="658368" indent="0">
              <a:buNone/>
              <a:defRPr sz="1296" b="1"/>
            </a:lvl3pPr>
            <a:lvl4pPr marL="987552" indent="0">
              <a:buNone/>
              <a:defRPr sz="1152" b="1"/>
            </a:lvl4pPr>
            <a:lvl5pPr marL="1316736" indent="0">
              <a:buNone/>
              <a:defRPr sz="1152" b="1"/>
            </a:lvl5pPr>
            <a:lvl6pPr marL="1645920" indent="0">
              <a:buNone/>
              <a:defRPr sz="1152" b="1"/>
            </a:lvl6pPr>
            <a:lvl7pPr marL="1975104" indent="0">
              <a:buNone/>
              <a:defRPr sz="1152" b="1"/>
            </a:lvl7pPr>
            <a:lvl8pPr marL="2304288" indent="0">
              <a:buNone/>
              <a:defRPr sz="1152" b="1"/>
            </a:lvl8pPr>
            <a:lvl9pPr marL="2633472" indent="0">
              <a:buNone/>
              <a:defRPr sz="11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332828" y="2404756"/>
            <a:ext cx="2798787" cy="35370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542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485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442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464" y="438891"/>
            <a:ext cx="2123306" cy="1536118"/>
          </a:xfrm>
        </p:spPr>
        <p:txBody>
          <a:bodyPr anchor="b"/>
          <a:lstStyle>
            <a:lvl1pPr>
              <a:defRPr sz="23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98787" y="947884"/>
            <a:ext cx="3332828" cy="4678455"/>
          </a:xfrm>
        </p:spPr>
        <p:txBody>
          <a:bodyPr/>
          <a:lstStyle>
            <a:lvl1pPr>
              <a:defRPr sz="2304"/>
            </a:lvl1pPr>
            <a:lvl2pPr>
              <a:defRPr sz="2016"/>
            </a:lvl2pPr>
            <a:lvl3pPr>
              <a:defRPr sz="1728"/>
            </a:lvl3pPr>
            <a:lvl4pPr>
              <a:defRPr sz="1440"/>
            </a:lvl4pPr>
            <a:lvl5pPr>
              <a:defRPr sz="1440"/>
            </a:lvl5pPr>
            <a:lvl6pPr>
              <a:defRPr sz="1440"/>
            </a:lvl6pPr>
            <a:lvl7pPr>
              <a:defRPr sz="1440"/>
            </a:lvl7pPr>
            <a:lvl8pPr>
              <a:defRPr sz="1440"/>
            </a:lvl8pPr>
            <a:lvl9pPr>
              <a:defRPr sz="14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3464" y="1975009"/>
            <a:ext cx="2123306" cy="3658948"/>
          </a:xfrm>
        </p:spPr>
        <p:txBody>
          <a:bodyPr/>
          <a:lstStyle>
            <a:lvl1pPr marL="0" indent="0">
              <a:buNone/>
              <a:defRPr sz="1152"/>
            </a:lvl1pPr>
            <a:lvl2pPr marL="329184" indent="0">
              <a:buNone/>
              <a:defRPr sz="1008"/>
            </a:lvl2pPr>
            <a:lvl3pPr marL="658368" indent="0">
              <a:buNone/>
              <a:defRPr sz="864"/>
            </a:lvl3pPr>
            <a:lvl4pPr marL="987552" indent="0">
              <a:buNone/>
              <a:defRPr sz="720"/>
            </a:lvl4pPr>
            <a:lvl5pPr marL="1316736" indent="0">
              <a:buNone/>
              <a:defRPr sz="720"/>
            </a:lvl5pPr>
            <a:lvl6pPr marL="1645920" indent="0">
              <a:buNone/>
              <a:defRPr sz="720"/>
            </a:lvl6pPr>
            <a:lvl7pPr marL="1975104" indent="0">
              <a:buNone/>
              <a:defRPr sz="720"/>
            </a:lvl7pPr>
            <a:lvl8pPr marL="2304288" indent="0">
              <a:buNone/>
              <a:defRPr sz="720"/>
            </a:lvl8pPr>
            <a:lvl9pPr marL="2633472" indent="0">
              <a:buNone/>
              <a:defRPr sz="7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745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464" y="438891"/>
            <a:ext cx="2123306" cy="1536118"/>
          </a:xfrm>
        </p:spPr>
        <p:txBody>
          <a:bodyPr anchor="b"/>
          <a:lstStyle>
            <a:lvl1pPr>
              <a:defRPr sz="23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98787" y="947884"/>
            <a:ext cx="3332828" cy="4678455"/>
          </a:xfrm>
        </p:spPr>
        <p:txBody>
          <a:bodyPr anchor="t"/>
          <a:lstStyle>
            <a:lvl1pPr marL="0" indent="0">
              <a:buNone/>
              <a:defRPr sz="2304"/>
            </a:lvl1pPr>
            <a:lvl2pPr marL="329184" indent="0">
              <a:buNone/>
              <a:defRPr sz="2016"/>
            </a:lvl2pPr>
            <a:lvl3pPr marL="658368" indent="0">
              <a:buNone/>
              <a:defRPr sz="1728"/>
            </a:lvl3pPr>
            <a:lvl4pPr marL="987552" indent="0">
              <a:buNone/>
              <a:defRPr sz="1440"/>
            </a:lvl4pPr>
            <a:lvl5pPr marL="1316736" indent="0">
              <a:buNone/>
              <a:defRPr sz="1440"/>
            </a:lvl5pPr>
            <a:lvl6pPr marL="1645920" indent="0">
              <a:buNone/>
              <a:defRPr sz="1440"/>
            </a:lvl6pPr>
            <a:lvl7pPr marL="1975104" indent="0">
              <a:buNone/>
              <a:defRPr sz="1440"/>
            </a:lvl7pPr>
            <a:lvl8pPr marL="2304288" indent="0">
              <a:buNone/>
              <a:defRPr sz="1440"/>
            </a:lvl8pPr>
            <a:lvl9pPr marL="2633472" indent="0">
              <a:buNone/>
              <a:defRPr sz="14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3464" y="1975009"/>
            <a:ext cx="2123306" cy="3658948"/>
          </a:xfrm>
        </p:spPr>
        <p:txBody>
          <a:bodyPr/>
          <a:lstStyle>
            <a:lvl1pPr marL="0" indent="0">
              <a:buNone/>
              <a:defRPr sz="1152"/>
            </a:lvl1pPr>
            <a:lvl2pPr marL="329184" indent="0">
              <a:buNone/>
              <a:defRPr sz="1008"/>
            </a:lvl2pPr>
            <a:lvl3pPr marL="658368" indent="0">
              <a:buNone/>
              <a:defRPr sz="864"/>
            </a:lvl3pPr>
            <a:lvl4pPr marL="987552" indent="0">
              <a:buNone/>
              <a:defRPr sz="720"/>
            </a:lvl4pPr>
            <a:lvl5pPr marL="1316736" indent="0">
              <a:buNone/>
              <a:defRPr sz="720"/>
            </a:lvl5pPr>
            <a:lvl6pPr marL="1645920" indent="0">
              <a:buNone/>
              <a:defRPr sz="720"/>
            </a:lvl6pPr>
            <a:lvl7pPr marL="1975104" indent="0">
              <a:buNone/>
              <a:defRPr sz="720"/>
            </a:lvl7pPr>
            <a:lvl8pPr marL="2304288" indent="0">
              <a:buNone/>
              <a:defRPr sz="720"/>
            </a:lvl8pPr>
            <a:lvl9pPr marL="2633472" indent="0">
              <a:buNone/>
              <a:defRPr sz="7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339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245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711219" y="350503"/>
            <a:ext cx="1419538" cy="557909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2607" y="350503"/>
            <a:ext cx="4176321" cy="557909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729E4-45D4-1846-98FB-B7ECE0B9E18D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114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606" y="350505"/>
            <a:ext cx="5678151" cy="1272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2606" y="1752516"/>
            <a:ext cx="5678151" cy="41770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2606" y="6101804"/>
            <a:ext cx="1481257" cy="3505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6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D729E4-45D4-1846-98FB-B7ECE0B9E18D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80739" y="6101804"/>
            <a:ext cx="2221885" cy="3505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6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649500" y="6101804"/>
            <a:ext cx="1481257" cy="3505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6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4E679-4D41-AD40-8DE4-5529132FBD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051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658368" rtl="0" eaLnBrk="1" latinLnBrk="0" hangingPunct="1">
        <a:lnSpc>
          <a:spcPct val="90000"/>
        </a:lnSpc>
        <a:spcBef>
          <a:spcPct val="0"/>
        </a:spcBef>
        <a:buNone/>
        <a:defRPr sz="31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4592" indent="-164592" algn="l" defTabSz="658368" rtl="0" eaLnBrk="1" latinLnBrk="0" hangingPunct="1">
        <a:lnSpc>
          <a:spcPct val="90000"/>
        </a:lnSpc>
        <a:spcBef>
          <a:spcPts val="720"/>
        </a:spcBef>
        <a:buFont typeface="Arial" panose="020B0604020202020204" pitchFamily="34" charset="0"/>
        <a:buChar char="•"/>
        <a:defRPr sz="2016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164592" algn="l" defTabSz="658368" rtl="0" eaLnBrk="1" latinLnBrk="0" hangingPunct="1">
        <a:lnSpc>
          <a:spcPct val="90000"/>
        </a:lnSpc>
        <a:spcBef>
          <a:spcPts val="360"/>
        </a:spcBef>
        <a:buFont typeface="Arial" panose="020B0604020202020204" pitchFamily="34" charset="0"/>
        <a:buChar char="•"/>
        <a:defRPr sz="1728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164592" algn="l" defTabSz="658368" rtl="0" eaLnBrk="1" latinLnBrk="0" hangingPunct="1">
        <a:lnSpc>
          <a:spcPct val="90000"/>
        </a:lnSpc>
        <a:spcBef>
          <a:spcPts val="36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152144" indent="-164592" algn="l" defTabSz="658368" rtl="0" eaLnBrk="1" latinLnBrk="0" hangingPunct="1">
        <a:lnSpc>
          <a:spcPct val="90000"/>
        </a:lnSpc>
        <a:spcBef>
          <a:spcPts val="360"/>
        </a:spcBef>
        <a:buFont typeface="Arial" panose="020B0604020202020204" pitchFamily="34" charset="0"/>
        <a:buChar char="•"/>
        <a:defRPr sz="1296" kern="1200">
          <a:solidFill>
            <a:schemeClr val="tx1"/>
          </a:solidFill>
          <a:latin typeface="+mn-lt"/>
          <a:ea typeface="+mn-ea"/>
          <a:cs typeface="+mn-cs"/>
        </a:defRPr>
      </a:lvl4pPr>
      <a:lvl5pPr marL="1481328" indent="-164592" algn="l" defTabSz="658368" rtl="0" eaLnBrk="1" latinLnBrk="0" hangingPunct="1">
        <a:lnSpc>
          <a:spcPct val="90000"/>
        </a:lnSpc>
        <a:spcBef>
          <a:spcPts val="360"/>
        </a:spcBef>
        <a:buFont typeface="Arial" panose="020B0604020202020204" pitchFamily="34" charset="0"/>
        <a:buChar char="•"/>
        <a:defRPr sz="1296" kern="1200">
          <a:solidFill>
            <a:schemeClr val="tx1"/>
          </a:solidFill>
          <a:latin typeface="+mn-lt"/>
          <a:ea typeface="+mn-ea"/>
          <a:cs typeface="+mn-cs"/>
        </a:defRPr>
      </a:lvl5pPr>
      <a:lvl6pPr marL="1810512" indent="-164592" algn="l" defTabSz="658368" rtl="0" eaLnBrk="1" latinLnBrk="0" hangingPunct="1">
        <a:lnSpc>
          <a:spcPct val="90000"/>
        </a:lnSpc>
        <a:spcBef>
          <a:spcPts val="360"/>
        </a:spcBef>
        <a:buFont typeface="Arial" panose="020B0604020202020204" pitchFamily="34" charset="0"/>
        <a:buChar char="•"/>
        <a:defRPr sz="1296" kern="1200">
          <a:solidFill>
            <a:schemeClr val="tx1"/>
          </a:solidFill>
          <a:latin typeface="+mn-lt"/>
          <a:ea typeface="+mn-ea"/>
          <a:cs typeface="+mn-cs"/>
        </a:defRPr>
      </a:lvl6pPr>
      <a:lvl7pPr marL="2139696" indent="-164592" algn="l" defTabSz="658368" rtl="0" eaLnBrk="1" latinLnBrk="0" hangingPunct="1">
        <a:lnSpc>
          <a:spcPct val="90000"/>
        </a:lnSpc>
        <a:spcBef>
          <a:spcPts val="360"/>
        </a:spcBef>
        <a:buFont typeface="Arial" panose="020B0604020202020204" pitchFamily="34" charset="0"/>
        <a:buChar char="•"/>
        <a:defRPr sz="1296" kern="1200">
          <a:solidFill>
            <a:schemeClr val="tx1"/>
          </a:solidFill>
          <a:latin typeface="+mn-lt"/>
          <a:ea typeface="+mn-ea"/>
          <a:cs typeface="+mn-cs"/>
        </a:defRPr>
      </a:lvl7pPr>
      <a:lvl8pPr marL="2468880" indent="-164592" algn="l" defTabSz="658368" rtl="0" eaLnBrk="1" latinLnBrk="0" hangingPunct="1">
        <a:lnSpc>
          <a:spcPct val="90000"/>
        </a:lnSpc>
        <a:spcBef>
          <a:spcPts val="360"/>
        </a:spcBef>
        <a:buFont typeface="Arial" panose="020B0604020202020204" pitchFamily="34" charset="0"/>
        <a:buChar char="•"/>
        <a:defRPr sz="1296" kern="1200">
          <a:solidFill>
            <a:schemeClr val="tx1"/>
          </a:solidFill>
          <a:latin typeface="+mn-lt"/>
          <a:ea typeface="+mn-ea"/>
          <a:cs typeface="+mn-cs"/>
        </a:defRPr>
      </a:lvl8pPr>
      <a:lvl9pPr marL="2798064" indent="-164592" algn="l" defTabSz="658368" rtl="0" eaLnBrk="1" latinLnBrk="0" hangingPunct="1">
        <a:lnSpc>
          <a:spcPct val="90000"/>
        </a:lnSpc>
        <a:spcBef>
          <a:spcPts val="360"/>
        </a:spcBef>
        <a:buFont typeface="Arial" panose="020B0604020202020204" pitchFamily="34" charset="0"/>
        <a:buChar char="•"/>
        <a:defRPr sz="129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58368" rtl="0" eaLnBrk="1" latinLnBrk="0" hangingPunct="1">
        <a:defRPr sz="1296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" algn="l" defTabSz="658368" rtl="0" eaLnBrk="1" latinLnBrk="0" hangingPunct="1">
        <a:defRPr sz="1296" kern="1200">
          <a:solidFill>
            <a:schemeClr val="tx1"/>
          </a:solidFill>
          <a:latin typeface="+mn-lt"/>
          <a:ea typeface="+mn-ea"/>
          <a:cs typeface="+mn-cs"/>
        </a:defRPr>
      </a:lvl2pPr>
      <a:lvl3pPr marL="658368" algn="l" defTabSz="658368" rtl="0" eaLnBrk="1" latinLnBrk="0" hangingPunct="1">
        <a:defRPr sz="1296" kern="1200">
          <a:solidFill>
            <a:schemeClr val="tx1"/>
          </a:solidFill>
          <a:latin typeface="+mn-lt"/>
          <a:ea typeface="+mn-ea"/>
          <a:cs typeface="+mn-cs"/>
        </a:defRPr>
      </a:lvl3pPr>
      <a:lvl4pPr marL="987552" algn="l" defTabSz="658368" rtl="0" eaLnBrk="1" latinLnBrk="0" hangingPunct="1">
        <a:defRPr sz="1296" kern="1200">
          <a:solidFill>
            <a:schemeClr val="tx1"/>
          </a:solidFill>
          <a:latin typeface="+mn-lt"/>
          <a:ea typeface="+mn-ea"/>
          <a:cs typeface="+mn-cs"/>
        </a:defRPr>
      </a:lvl4pPr>
      <a:lvl5pPr marL="1316736" algn="l" defTabSz="658368" rtl="0" eaLnBrk="1" latinLnBrk="0" hangingPunct="1">
        <a:defRPr sz="1296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algn="l" defTabSz="658368" rtl="0" eaLnBrk="1" latinLnBrk="0" hangingPunct="1">
        <a:defRPr sz="1296" kern="1200">
          <a:solidFill>
            <a:schemeClr val="tx1"/>
          </a:solidFill>
          <a:latin typeface="+mn-lt"/>
          <a:ea typeface="+mn-ea"/>
          <a:cs typeface="+mn-cs"/>
        </a:defRPr>
      </a:lvl6pPr>
      <a:lvl7pPr marL="1975104" algn="l" defTabSz="658368" rtl="0" eaLnBrk="1" latinLnBrk="0" hangingPunct="1">
        <a:defRPr sz="1296" kern="1200">
          <a:solidFill>
            <a:schemeClr val="tx1"/>
          </a:solidFill>
          <a:latin typeface="+mn-lt"/>
          <a:ea typeface="+mn-ea"/>
          <a:cs typeface="+mn-cs"/>
        </a:defRPr>
      </a:lvl7pPr>
      <a:lvl8pPr marL="2304288" algn="l" defTabSz="658368" rtl="0" eaLnBrk="1" latinLnBrk="0" hangingPunct="1">
        <a:defRPr sz="1296" kern="1200">
          <a:solidFill>
            <a:schemeClr val="tx1"/>
          </a:solidFill>
          <a:latin typeface="+mn-lt"/>
          <a:ea typeface="+mn-ea"/>
          <a:cs typeface="+mn-cs"/>
        </a:defRPr>
      </a:lvl8pPr>
      <a:lvl9pPr marL="2633472" algn="l" defTabSz="658368" rtl="0" eaLnBrk="1" latinLnBrk="0" hangingPunct="1">
        <a:defRPr sz="129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8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12" Type="http://schemas.microsoft.com/office/2007/relationships/hdphoto" Target="../media/hdphoto4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7.png"/><Relationship Id="rId5" Type="http://schemas.openxmlformats.org/officeDocument/2006/relationships/image" Target="../media/image3.svg"/><Relationship Id="rId10" Type="http://schemas.microsoft.com/office/2007/relationships/hdphoto" Target="../media/hdphoto3.wdp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microsoft.com/office/2007/relationships/hdphoto" Target="../media/hdphoto5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DA89A3F-E98F-89CF-0EBE-9F43EB6837F5}"/>
              </a:ext>
            </a:extLst>
          </p:cNvPr>
          <p:cNvGrpSpPr/>
          <p:nvPr/>
        </p:nvGrpSpPr>
        <p:grpSpPr>
          <a:xfrm>
            <a:off x="29940" y="-11623"/>
            <a:ext cx="6523485" cy="6606608"/>
            <a:chOff x="-6963" y="-154480"/>
            <a:chExt cx="7248317" cy="734067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08B45A0-DEA6-9C86-DCD2-26801A417A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hq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 l="-211" r="-27"/>
            <a:stretch/>
          </p:blipFill>
          <p:spPr>
            <a:xfrm>
              <a:off x="-6963" y="2084684"/>
              <a:ext cx="7248317" cy="510151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9D08921-3CA0-6D8D-3DBA-784B418736CB}"/>
                </a:ext>
              </a:extLst>
            </p:cNvPr>
            <p:cNvSpPr/>
            <p:nvPr/>
          </p:nvSpPr>
          <p:spPr>
            <a:xfrm>
              <a:off x="6892" y="-154480"/>
              <a:ext cx="7234462" cy="6876796"/>
            </a:xfrm>
            <a:prstGeom prst="rect">
              <a:avLst/>
            </a:prstGeom>
            <a:gradFill>
              <a:gsLst>
                <a:gs pos="0">
                  <a:srgbClr val="FEFEFE">
                    <a:alpha val="0"/>
                  </a:srgbClr>
                </a:gs>
                <a:gs pos="65000">
                  <a:srgbClr val="FEFEFE"/>
                </a:gs>
                <a:gs pos="47000">
                  <a:srgbClr val="FEFEFE">
                    <a:alpha val="19675"/>
                  </a:srgbClr>
                </a:gs>
                <a:gs pos="37000">
                  <a:srgbClr val="FEFEFE">
                    <a:alpha val="0"/>
                  </a:srgbClr>
                </a:gs>
                <a:gs pos="100000">
                  <a:srgbClr val="FEFEFE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80" dirty="0"/>
            </a:p>
          </p:txBody>
        </p:sp>
      </p:grpSp>
      <p:pic>
        <p:nvPicPr>
          <p:cNvPr id="7" name="Graphic 6" descr="Open hand with plant with solid fill">
            <a:extLst>
              <a:ext uri="{FF2B5EF4-FFF2-40B4-BE49-F238E27FC236}">
                <a16:creationId xmlns:a16="http://schemas.microsoft.com/office/drawing/2014/main" id="{3B86E862-E21C-3B7B-DA8A-FD743ACF412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84938" y="1677226"/>
            <a:ext cx="493776" cy="493776"/>
          </a:xfrm>
          <a:prstGeom prst="rect">
            <a:avLst/>
          </a:prstGeom>
        </p:spPr>
      </p:pic>
      <p:pic>
        <p:nvPicPr>
          <p:cNvPr id="8" name="Graphic 7" descr="Open hand with plant with solid fill">
            <a:extLst>
              <a:ext uri="{FF2B5EF4-FFF2-40B4-BE49-F238E27FC236}">
                <a16:creationId xmlns:a16="http://schemas.microsoft.com/office/drawing/2014/main" id="{2B136FEE-A09C-9DC5-5C67-9E47C35412B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46847" y="2225832"/>
            <a:ext cx="493776" cy="493776"/>
          </a:xfrm>
          <a:prstGeom prst="rect">
            <a:avLst/>
          </a:prstGeom>
        </p:spPr>
      </p:pic>
      <p:pic>
        <p:nvPicPr>
          <p:cNvPr id="9" name="Picture 8" descr="A close up of a green plant&#10;&#10;Description automatically generated">
            <a:extLst>
              <a:ext uri="{FF2B5EF4-FFF2-40B4-BE49-F238E27FC236}">
                <a16:creationId xmlns:a16="http://schemas.microsoft.com/office/drawing/2014/main" id="{393ABB12-2D96-398C-82B4-C4B0731C5777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60836" y="519792"/>
            <a:ext cx="1851599" cy="4483257"/>
          </a:xfrm>
          <a:prstGeom prst="rect">
            <a:avLst/>
          </a:prstGeom>
          <a:effectLst>
            <a:glow rad="63500">
              <a:srgbClr val="7ED4A5">
                <a:alpha val="80000"/>
              </a:srgbClr>
            </a:glow>
          </a:effectLst>
        </p:spPr>
      </p:pic>
      <p:pic>
        <p:nvPicPr>
          <p:cNvPr id="10" name="Picture 9" descr="A close up of a green leaf&#10;&#10;Description automatically generated">
            <a:extLst>
              <a:ext uri="{FF2B5EF4-FFF2-40B4-BE49-F238E27FC236}">
                <a16:creationId xmlns:a16="http://schemas.microsoft.com/office/drawing/2014/main" id="{7FFA3710-5A82-AB54-6693-7164EEFD22BB}"/>
              </a:ext>
            </a:extLst>
          </p:cNvPr>
          <p:cNvPicPr>
            <a:picLocks noChangeAspect="1"/>
          </p:cNvPicPr>
          <p:nvPr/>
        </p:nvPicPr>
        <p:blipFill>
          <a:blip r:embed="rId7" cstate="hq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72189" y="2787043"/>
            <a:ext cx="968792" cy="2425568"/>
          </a:xfrm>
          <a:prstGeom prst="rect">
            <a:avLst/>
          </a:prstGeom>
          <a:effectLst>
            <a:glow rad="63500">
              <a:srgbClr val="4472B2">
                <a:alpha val="80000"/>
              </a:srgbClr>
            </a:glow>
          </a:effectLst>
        </p:spPr>
      </p:pic>
      <p:pic>
        <p:nvPicPr>
          <p:cNvPr id="11" name="Picture 10" descr="A close up of a plant&#10;&#10;Description automatically generated">
            <a:extLst>
              <a:ext uri="{FF2B5EF4-FFF2-40B4-BE49-F238E27FC236}">
                <a16:creationId xmlns:a16="http://schemas.microsoft.com/office/drawing/2014/main" id="{DA674E32-E35B-AC62-9DA9-AE7204D2C8A0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hq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8299" y="3292387"/>
            <a:ext cx="1159513" cy="2584176"/>
          </a:xfrm>
          <a:prstGeom prst="rect">
            <a:avLst/>
          </a:prstGeom>
          <a:effectLst>
            <a:glow rad="63500">
              <a:srgbClr val="FFDF7F">
                <a:alpha val="80000"/>
              </a:srgbClr>
            </a:glow>
          </a:effectLst>
        </p:spPr>
      </p:pic>
      <p:pic>
        <p:nvPicPr>
          <p:cNvPr id="12" name="Picture 11" descr="A close up of a flower&#10;&#10;Description automatically generated">
            <a:extLst>
              <a:ext uri="{FF2B5EF4-FFF2-40B4-BE49-F238E27FC236}">
                <a16:creationId xmlns:a16="http://schemas.microsoft.com/office/drawing/2014/main" id="{600A1D9E-9B0C-F3AC-564D-C13D04BF7932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hqprint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990557" y="1056008"/>
            <a:ext cx="739161" cy="2037271"/>
          </a:xfrm>
          <a:prstGeom prst="rect">
            <a:avLst/>
          </a:prstGeom>
          <a:effectLst>
            <a:glow rad="63500">
              <a:srgbClr val="7FD9F8">
                <a:alpha val="50000"/>
              </a:srgbClr>
            </a:glow>
          </a:effectLst>
        </p:spPr>
      </p:pic>
      <p:pic>
        <p:nvPicPr>
          <p:cNvPr id="13" name="Picture 12" descr="A close up of a flower&#10;&#10;Description automatically generated">
            <a:extLst>
              <a:ext uri="{FF2B5EF4-FFF2-40B4-BE49-F238E27FC236}">
                <a16:creationId xmlns:a16="http://schemas.microsoft.com/office/drawing/2014/main" id="{4B470C5C-DC32-0B46-35C7-2B05F48CE793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hq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1940" y="157085"/>
            <a:ext cx="968324" cy="2283924"/>
          </a:xfrm>
          <a:prstGeom prst="rect">
            <a:avLst/>
          </a:prstGeom>
          <a:effectLst>
            <a:glow rad="63500">
              <a:srgbClr val="FF7F7F">
                <a:alpha val="50000"/>
              </a:srgbClr>
            </a:glow>
          </a:effec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317B27D3-EE75-E93A-356B-F30B69FCC122}"/>
              </a:ext>
            </a:extLst>
          </p:cNvPr>
          <p:cNvGrpSpPr/>
          <p:nvPr/>
        </p:nvGrpSpPr>
        <p:grpSpPr>
          <a:xfrm>
            <a:off x="3098116" y="1192664"/>
            <a:ext cx="2007536" cy="3597833"/>
            <a:chOff x="4326501" y="2975650"/>
            <a:chExt cx="1254710" cy="2248645"/>
          </a:xfrm>
        </p:grpSpPr>
        <p:sp>
          <p:nvSpPr>
            <p:cNvPr id="15" name="Arc 14">
              <a:extLst>
                <a:ext uri="{FF2B5EF4-FFF2-40B4-BE49-F238E27FC236}">
                  <a16:creationId xmlns:a16="http://schemas.microsoft.com/office/drawing/2014/main" id="{FF505AA4-6EE0-91D4-F817-65CD5C6D6FC8}"/>
                </a:ext>
              </a:extLst>
            </p:cNvPr>
            <p:cNvSpPr/>
            <p:nvPr/>
          </p:nvSpPr>
          <p:spPr>
            <a:xfrm rot="2314735" flipV="1">
              <a:off x="4326501" y="2975650"/>
              <a:ext cx="1254710" cy="1005199"/>
            </a:xfrm>
            <a:prstGeom prst="arc">
              <a:avLst>
                <a:gd name="adj1" fmla="val 20015967"/>
                <a:gd name="adj2" fmla="val 905404"/>
              </a:avLst>
            </a:prstGeom>
            <a:noFill/>
            <a:ln w="762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760">
                <a:cs typeface="Times New Roman" panose="02020603050405020304" pitchFamily="18" charset="0"/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1B016B4-5858-DCCE-136C-66F356903CD6}"/>
                </a:ext>
              </a:extLst>
            </p:cNvPr>
            <p:cNvCxnSpPr>
              <a:cxnSpLocks/>
            </p:cNvCxnSpPr>
            <p:nvPr/>
          </p:nvCxnSpPr>
          <p:spPr>
            <a:xfrm>
              <a:off x="4997623" y="4018309"/>
              <a:ext cx="241450" cy="0"/>
            </a:xfrm>
            <a:prstGeom prst="line">
              <a:avLst/>
            </a:prstGeom>
            <a:ln w="793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Arc 16">
              <a:extLst>
                <a:ext uri="{FF2B5EF4-FFF2-40B4-BE49-F238E27FC236}">
                  <a16:creationId xmlns:a16="http://schemas.microsoft.com/office/drawing/2014/main" id="{2DE5C2A9-03B6-8991-BAF0-8A5719C8F644}"/>
                </a:ext>
              </a:extLst>
            </p:cNvPr>
            <p:cNvSpPr/>
            <p:nvPr/>
          </p:nvSpPr>
          <p:spPr>
            <a:xfrm rot="7799100" flipH="1" flipV="1">
              <a:off x="4417103" y="4095449"/>
              <a:ext cx="1254710" cy="1002982"/>
            </a:xfrm>
            <a:prstGeom prst="arc">
              <a:avLst>
                <a:gd name="adj1" fmla="val 19972477"/>
                <a:gd name="adj2" fmla="val 879744"/>
              </a:avLst>
            </a:prstGeom>
            <a:noFill/>
            <a:ln w="762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760">
                <a:cs typeface="Times New Roman" panose="02020603050405020304" pitchFamily="18" charset="0"/>
              </a:endParaRPr>
            </a:p>
          </p:txBody>
        </p:sp>
      </p:grp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951F161-5CEC-8284-1890-D53F65228826}"/>
              </a:ext>
            </a:extLst>
          </p:cNvPr>
          <p:cNvCxnSpPr>
            <a:cxnSpLocks/>
          </p:cNvCxnSpPr>
          <p:nvPr/>
        </p:nvCxnSpPr>
        <p:spPr>
          <a:xfrm>
            <a:off x="1545318" y="2199421"/>
            <a:ext cx="730324" cy="240822"/>
          </a:xfrm>
          <a:prstGeom prst="line">
            <a:avLst/>
          </a:prstGeom>
          <a:ln w="76200">
            <a:solidFill>
              <a:schemeClr val="tx1"/>
            </a:solidFill>
            <a:head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AD8C604-E052-C6AF-CE14-B82135A56604}"/>
              </a:ext>
            </a:extLst>
          </p:cNvPr>
          <p:cNvCxnSpPr>
            <a:cxnSpLocks/>
          </p:cNvCxnSpPr>
          <p:nvPr/>
        </p:nvCxnSpPr>
        <p:spPr>
          <a:xfrm flipV="1">
            <a:off x="1578081" y="3456167"/>
            <a:ext cx="706334" cy="266228"/>
          </a:xfrm>
          <a:prstGeom prst="line">
            <a:avLst/>
          </a:prstGeom>
          <a:ln w="76200">
            <a:solidFill>
              <a:schemeClr val="tx1"/>
            </a:solidFill>
            <a:prstDash val="solid"/>
            <a:head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Graphic 19" descr="Open hand with plant with solid fill">
            <a:extLst>
              <a:ext uri="{FF2B5EF4-FFF2-40B4-BE49-F238E27FC236}">
                <a16:creationId xmlns:a16="http://schemas.microsoft.com/office/drawing/2014/main" id="{6E7DD12B-6A60-904C-8334-D47877A7B56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14849" y="2977819"/>
            <a:ext cx="493776" cy="493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928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Dawson M White</dc:creator>
  <cp:lastModifiedBy>Dawson M White</cp:lastModifiedBy>
  <cp:revision>1</cp:revision>
  <dcterms:created xsi:type="dcterms:W3CDTF">2026-06-05T15:29:59Z</dcterms:created>
  <dcterms:modified xsi:type="dcterms:W3CDTF">2026-06-05T15:33:08Z</dcterms:modified>
</cp:coreProperties>
</file>