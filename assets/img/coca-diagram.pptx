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6400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422"/>
  </p:normalViewPr>
  <p:slideViewPr>
    <p:cSldViewPr snapToGrid="0" showGuides="1">
      <p:cViewPr varScale="1">
        <p:scale>
          <a:sx n="151" d="100"/>
          <a:sy n="151" d="100"/>
        </p:scale>
        <p:origin x="1944" y="184"/>
      </p:cViewPr>
      <p:guideLst>
        <p:guide orient="horz" pos="1728"/>
        <p:guide pos="20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897890"/>
            <a:ext cx="5440680" cy="1910080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881630"/>
            <a:ext cx="4800600" cy="1324610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3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367791"/>
            <a:ext cx="5520690" cy="228219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671571"/>
            <a:ext cx="5520690" cy="1200150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4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460500"/>
            <a:ext cx="272034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460500"/>
            <a:ext cx="272034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4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92101"/>
            <a:ext cx="552069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344930"/>
            <a:ext cx="2707838" cy="659130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004060"/>
            <a:ext cx="2707838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344930"/>
            <a:ext cx="2721174" cy="659130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004060"/>
            <a:ext cx="2721174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2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6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7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65760"/>
            <a:ext cx="2064425" cy="128016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789941"/>
            <a:ext cx="3240405" cy="3898900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645920"/>
            <a:ext cx="2064425" cy="3049270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4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65760"/>
            <a:ext cx="2064425" cy="128016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789941"/>
            <a:ext cx="3240405" cy="3898900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645920"/>
            <a:ext cx="2064425" cy="3049270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25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6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92100"/>
            <a:ext cx="1380173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92100"/>
            <a:ext cx="4060508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4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92101"/>
            <a:ext cx="552069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460500"/>
            <a:ext cx="552069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5085081"/>
            <a:ext cx="14401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729E4-45D4-1846-98FB-B7ECE0B9E18D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5085081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5085081"/>
            <a:ext cx="14401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4E679-4D41-AD40-8DE4-5529132FB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7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svg"/><Relationship Id="rId15" Type="http://schemas.openxmlformats.org/officeDocument/2006/relationships/image" Target="../media/image9.emf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DA89A3F-E98F-89CF-0EBE-9F43EB6837F5}"/>
              </a:ext>
            </a:extLst>
          </p:cNvPr>
          <p:cNvGrpSpPr/>
          <p:nvPr/>
        </p:nvGrpSpPr>
        <p:grpSpPr>
          <a:xfrm>
            <a:off x="-12469" y="-1"/>
            <a:ext cx="6423428" cy="5487707"/>
            <a:chOff x="36048" y="1088744"/>
            <a:chExt cx="7137143" cy="60974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08B45A0-DEA6-9C86-DCD2-26801A417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390" r="-26"/>
            <a:stretch/>
          </p:blipFill>
          <p:spPr>
            <a:xfrm>
              <a:off x="36048" y="2084684"/>
              <a:ext cx="7123289" cy="510151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9D08921-3CA0-6D8D-3DBA-784B418736CB}"/>
                </a:ext>
              </a:extLst>
            </p:cNvPr>
            <p:cNvSpPr/>
            <p:nvPr/>
          </p:nvSpPr>
          <p:spPr>
            <a:xfrm>
              <a:off x="49902" y="1088744"/>
              <a:ext cx="7123289" cy="5633570"/>
            </a:xfrm>
            <a:prstGeom prst="rect">
              <a:avLst/>
            </a:prstGeom>
            <a:gradFill>
              <a:gsLst>
                <a:gs pos="0">
                  <a:srgbClr val="FEFEFE">
                    <a:alpha val="0"/>
                  </a:srgbClr>
                </a:gs>
                <a:gs pos="65000">
                  <a:srgbClr val="FEFEFE"/>
                </a:gs>
                <a:gs pos="47000">
                  <a:srgbClr val="FEFEFE">
                    <a:alpha val="19675"/>
                  </a:srgbClr>
                </a:gs>
                <a:gs pos="37000">
                  <a:srgbClr val="FEFEFE">
                    <a:alpha val="0"/>
                  </a:srgbClr>
                </a:gs>
                <a:gs pos="100000">
                  <a:srgbClr val="FEFEFE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</p:grpSp>
      <p:pic>
        <p:nvPicPr>
          <p:cNvPr id="7" name="Graphic 6" descr="Open hand with plant with solid fill">
            <a:extLst>
              <a:ext uri="{FF2B5EF4-FFF2-40B4-BE49-F238E27FC236}">
                <a16:creationId xmlns:a16="http://schemas.microsoft.com/office/drawing/2014/main" id="{3B86E862-E21C-3B7B-DA8A-FD743ACF41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4617" y="1645213"/>
            <a:ext cx="493776" cy="493776"/>
          </a:xfrm>
          <a:prstGeom prst="rect">
            <a:avLst/>
          </a:prstGeom>
        </p:spPr>
      </p:pic>
      <p:pic>
        <p:nvPicPr>
          <p:cNvPr id="8" name="Graphic 7" descr="Open hand with plant with solid fill">
            <a:extLst>
              <a:ext uri="{FF2B5EF4-FFF2-40B4-BE49-F238E27FC236}">
                <a16:creationId xmlns:a16="http://schemas.microsoft.com/office/drawing/2014/main" id="{2B136FEE-A09C-9DC5-5C67-9E47C35412B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0325" y="2109153"/>
            <a:ext cx="493776" cy="493776"/>
          </a:xfrm>
          <a:prstGeom prst="rect">
            <a:avLst/>
          </a:prstGeom>
        </p:spPr>
      </p:pic>
      <p:pic>
        <p:nvPicPr>
          <p:cNvPr id="9" name="Picture 8" descr="A close up of a green plant&#10;&#10;Description automatically generated">
            <a:extLst>
              <a:ext uri="{FF2B5EF4-FFF2-40B4-BE49-F238E27FC236}">
                <a16:creationId xmlns:a16="http://schemas.microsoft.com/office/drawing/2014/main" id="{393ABB12-2D96-398C-82B4-C4B0731C577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5119" y="769340"/>
            <a:ext cx="1668875" cy="4040830"/>
          </a:xfrm>
          <a:prstGeom prst="rect">
            <a:avLst/>
          </a:prstGeom>
          <a:effectLst>
            <a:glow rad="63500">
              <a:srgbClr val="7ED4A5">
                <a:alpha val="80000"/>
              </a:srgbClr>
            </a:glow>
          </a:effectLst>
        </p:spPr>
      </p:pic>
      <p:pic>
        <p:nvPicPr>
          <p:cNvPr id="10" name="Picture 9" descr="A close up of a green leaf&#10;&#10;Description automatically generated">
            <a:extLst>
              <a:ext uri="{FF2B5EF4-FFF2-40B4-BE49-F238E27FC236}">
                <a16:creationId xmlns:a16="http://schemas.microsoft.com/office/drawing/2014/main" id="{7FFA3710-5A82-AB54-6693-7164EEFD22BB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0954" y="2782732"/>
            <a:ext cx="873187" cy="2186202"/>
          </a:xfrm>
          <a:prstGeom prst="rect">
            <a:avLst/>
          </a:prstGeom>
          <a:effectLst>
            <a:glow rad="63500">
              <a:srgbClr val="4472B2">
                <a:alpha val="80000"/>
              </a:srgbClr>
            </a:glow>
          </a:effectLst>
        </p:spPr>
      </p:pic>
      <p:pic>
        <p:nvPicPr>
          <p:cNvPr id="11" name="Picture 10" descr="A close up of a plant&#10;&#10;Description automatically generated">
            <a:extLst>
              <a:ext uri="{FF2B5EF4-FFF2-40B4-BE49-F238E27FC236}">
                <a16:creationId xmlns:a16="http://schemas.microsoft.com/office/drawing/2014/main" id="{DA674E32-E35B-AC62-9DA9-AE7204D2C8A0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981" y="2665190"/>
            <a:ext cx="1045087" cy="2329159"/>
          </a:xfrm>
          <a:prstGeom prst="rect">
            <a:avLst/>
          </a:prstGeom>
          <a:effectLst>
            <a:glow rad="63500">
              <a:srgbClr val="FFDF7F">
                <a:alpha val="80000"/>
              </a:srgbClr>
            </a:glow>
          </a:effectLst>
        </p:spPr>
      </p:pic>
      <p:pic>
        <p:nvPicPr>
          <p:cNvPr id="12" name="Picture 11" descr="A close up of a flower&#10;&#10;Description automatically generated">
            <a:extLst>
              <a:ext uri="{FF2B5EF4-FFF2-40B4-BE49-F238E27FC236}">
                <a16:creationId xmlns:a16="http://schemas.microsoft.com/office/drawing/2014/main" id="{600A1D9E-9B0C-F3AC-564D-C13D04BF7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hq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0772" y="851993"/>
            <a:ext cx="666217" cy="1836225"/>
          </a:xfrm>
          <a:prstGeom prst="rect">
            <a:avLst/>
          </a:prstGeom>
          <a:effectLst>
            <a:glow rad="63500">
              <a:srgbClr val="7FD9F8">
                <a:alpha val="50000"/>
              </a:srgbClr>
            </a:glow>
          </a:effectLst>
        </p:spPr>
      </p:pic>
      <p:pic>
        <p:nvPicPr>
          <p:cNvPr id="13" name="Picture 12" descr="A close up of a flower&#10;&#10;Description automatically generated">
            <a:extLst>
              <a:ext uri="{FF2B5EF4-FFF2-40B4-BE49-F238E27FC236}">
                <a16:creationId xmlns:a16="http://schemas.microsoft.com/office/drawing/2014/main" id="{4B470C5C-DC32-0B46-35C7-2B05F48CE793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3268" y="598024"/>
            <a:ext cx="872766" cy="2058537"/>
          </a:xfrm>
          <a:prstGeom prst="rect">
            <a:avLst/>
          </a:prstGeom>
          <a:effectLst>
            <a:glow rad="63500">
              <a:srgbClr val="FF7F7F">
                <a:alpha val="50000"/>
              </a:srgbClr>
            </a:glo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17B27D3-EE75-E93A-356B-F30B69FCC122}"/>
              </a:ext>
            </a:extLst>
          </p:cNvPr>
          <p:cNvGrpSpPr/>
          <p:nvPr/>
        </p:nvGrpSpPr>
        <p:grpSpPr>
          <a:xfrm>
            <a:off x="2991594" y="1075988"/>
            <a:ext cx="2007536" cy="3597833"/>
            <a:chOff x="4326501" y="2975650"/>
            <a:chExt cx="1254710" cy="2248645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FF505AA4-6EE0-91D4-F817-65CD5C6D6FC8}"/>
                </a:ext>
              </a:extLst>
            </p:cNvPr>
            <p:cNvSpPr/>
            <p:nvPr/>
          </p:nvSpPr>
          <p:spPr>
            <a:xfrm rot="2314735" flipV="1">
              <a:off x="4326501" y="2975650"/>
              <a:ext cx="1254710" cy="1005199"/>
            </a:xfrm>
            <a:prstGeom prst="arc">
              <a:avLst>
                <a:gd name="adj1" fmla="val 20015967"/>
                <a:gd name="adj2" fmla="val 604777"/>
              </a:avLst>
            </a:prstGeom>
            <a:noFill/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760">
                <a:cs typeface="Times New Roman" panose="02020603050405020304" pitchFamily="18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1B016B4-5858-DCCE-136C-66F356903CD6}"/>
                </a:ext>
              </a:extLst>
            </p:cNvPr>
            <p:cNvCxnSpPr>
              <a:cxnSpLocks/>
            </p:cNvCxnSpPr>
            <p:nvPr/>
          </p:nvCxnSpPr>
          <p:spPr>
            <a:xfrm>
              <a:off x="5065116" y="4018309"/>
              <a:ext cx="173957" cy="0"/>
            </a:xfrm>
            <a:prstGeom prst="line">
              <a:avLst/>
            </a:prstGeom>
            <a:ln w="793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2DE5C2A9-03B6-8991-BAF0-8A5719C8F644}"/>
                </a:ext>
              </a:extLst>
            </p:cNvPr>
            <p:cNvSpPr/>
            <p:nvPr/>
          </p:nvSpPr>
          <p:spPr>
            <a:xfrm rot="7799100" flipH="1" flipV="1">
              <a:off x="4417103" y="4095449"/>
              <a:ext cx="1254710" cy="1002982"/>
            </a:xfrm>
            <a:prstGeom prst="arc">
              <a:avLst>
                <a:gd name="adj1" fmla="val 19972477"/>
                <a:gd name="adj2" fmla="val 651920"/>
              </a:avLst>
            </a:prstGeom>
            <a:noFill/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760">
                <a:cs typeface="Times New Roman" panose="02020603050405020304" pitchFamily="18" charset="0"/>
              </a:endParaRP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51F161-5CEC-8284-1890-D53F65228826}"/>
              </a:ext>
            </a:extLst>
          </p:cNvPr>
          <p:cNvCxnSpPr>
            <a:cxnSpLocks/>
          </p:cNvCxnSpPr>
          <p:nvPr/>
        </p:nvCxnSpPr>
        <p:spPr>
          <a:xfrm>
            <a:off x="1514997" y="2167408"/>
            <a:ext cx="730324" cy="240822"/>
          </a:xfrm>
          <a:prstGeom prst="line">
            <a:avLst/>
          </a:prstGeom>
          <a:ln w="76200">
            <a:solidFill>
              <a:schemeClr val="tx1"/>
            </a:solidFill>
            <a:head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D8C604-E052-C6AF-CE14-B82135A56604}"/>
              </a:ext>
            </a:extLst>
          </p:cNvPr>
          <p:cNvCxnSpPr>
            <a:cxnSpLocks/>
          </p:cNvCxnSpPr>
          <p:nvPr/>
        </p:nvCxnSpPr>
        <p:spPr>
          <a:xfrm flipV="1">
            <a:off x="1547760" y="3083982"/>
            <a:ext cx="706334" cy="266228"/>
          </a:xfrm>
          <a:prstGeom prst="line">
            <a:avLst/>
          </a:prstGeom>
          <a:ln w="76200">
            <a:solidFill>
              <a:schemeClr val="tx1"/>
            </a:solidFill>
            <a:prstDash val="solid"/>
            <a:headEnd type="triangle" w="med" len="sm"/>
          </a:ln>
          <a:effectLst>
            <a:glow rad="63500">
              <a:schemeClr val="bg1">
                <a:alpha val="81438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Open hand with plant with solid fill">
            <a:extLst>
              <a:ext uri="{FF2B5EF4-FFF2-40B4-BE49-F238E27FC236}">
                <a16:creationId xmlns:a16="http://schemas.microsoft.com/office/drawing/2014/main" id="{6E7DD12B-6A60-904C-8334-D47877A7B56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4528" y="2605634"/>
            <a:ext cx="493776" cy="493776"/>
          </a:xfrm>
          <a:prstGeom prst="rect">
            <a:avLst/>
          </a:prstGeom>
          <a:effectLst>
            <a:glow rad="63500">
              <a:schemeClr val="bg1">
                <a:alpha val="81438"/>
              </a:schemeClr>
            </a:glo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774132-54F3-34B0-F9CF-F189C1C00BA1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13410" t="13813" r="13014" b="13214"/>
          <a:stretch/>
        </p:blipFill>
        <p:spPr>
          <a:xfrm>
            <a:off x="2479315" y="2090955"/>
            <a:ext cx="1314742" cy="13079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4792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Dawson M White</dc:creator>
  <cp:lastModifiedBy>Dawson M White</cp:lastModifiedBy>
  <cp:revision>7</cp:revision>
  <dcterms:created xsi:type="dcterms:W3CDTF">2026-06-05T15:29:59Z</dcterms:created>
  <dcterms:modified xsi:type="dcterms:W3CDTF">2026-06-18T13:42:26Z</dcterms:modified>
</cp:coreProperties>
</file>