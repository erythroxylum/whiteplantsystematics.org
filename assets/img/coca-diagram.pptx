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sldIdLst>
    <p:sldId id="256" r:id="rId2"/>
  </p:sldIdLst>
  <p:sldSz cx="6400800" cy="5486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20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/>
    <p:restoredTop sz="94422"/>
  </p:normalViewPr>
  <p:slideViewPr>
    <p:cSldViewPr snapToGrid="0" showGuides="1">
      <p:cViewPr>
        <p:scale>
          <a:sx n="116" d="100"/>
          <a:sy n="116" d="100"/>
        </p:scale>
        <p:origin x="2704" y="784"/>
      </p:cViewPr>
      <p:guideLst>
        <p:guide orient="horz" pos="1728"/>
        <p:guide pos="20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" y="897890"/>
            <a:ext cx="5440680" cy="1910080"/>
          </a:xfrm>
        </p:spPr>
        <p:txBody>
          <a:bodyPr anchor="b"/>
          <a:lstStyle>
            <a:lvl1pPr algn="ctr"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2881630"/>
            <a:ext cx="4800600" cy="1324610"/>
          </a:xfrm>
        </p:spPr>
        <p:txBody>
          <a:bodyPr/>
          <a:lstStyle>
            <a:lvl1pPr marL="0" indent="0" algn="ctr">
              <a:buNone/>
              <a:defRPr sz="1680"/>
            </a:lvl1pPr>
            <a:lvl2pPr marL="320040" indent="0" algn="ctr">
              <a:buNone/>
              <a:defRPr sz="1400"/>
            </a:lvl2pPr>
            <a:lvl3pPr marL="640080" indent="0" algn="ctr">
              <a:buNone/>
              <a:defRPr sz="1260"/>
            </a:lvl3pPr>
            <a:lvl4pPr marL="960120" indent="0" algn="ctr">
              <a:buNone/>
              <a:defRPr sz="1120"/>
            </a:lvl4pPr>
            <a:lvl5pPr marL="1280160" indent="0" algn="ctr">
              <a:buNone/>
              <a:defRPr sz="1120"/>
            </a:lvl5pPr>
            <a:lvl6pPr marL="1600200" indent="0" algn="ctr">
              <a:buNone/>
              <a:defRPr sz="1120"/>
            </a:lvl6pPr>
            <a:lvl7pPr marL="1920240" indent="0" algn="ctr">
              <a:buNone/>
              <a:defRPr sz="1120"/>
            </a:lvl7pPr>
            <a:lvl8pPr marL="2240280" indent="0" algn="ctr">
              <a:buNone/>
              <a:defRPr sz="1120"/>
            </a:lvl8pPr>
            <a:lvl9pPr marL="2560320" indent="0" algn="ctr">
              <a:buNone/>
              <a:defRPr sz="11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739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534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2" y="1367791"/>
            <a:ext cx="5520690" cy="2282190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2" y="3671571"/>
            <a:ext cx="5520690" cy="1200150"/>
          </a:xfrm>
        </p:spPr>
        <p:txBody>
          <a:bodyPr/>
          <a:lstStyle>
            <a:lvl1pPr marL="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1pPr>
            <a:lvl2pPr marL="320040" indent="0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2pPr>
            <a:lvl3pPr marL="6400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3pPr>
            <a:lvl4pPr marL="96012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4pPr>
            <a:lvl5pPr marL="128016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5pPr>
            <a:lvl6pPr marL="160020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6pPr>
            <a:lvl7pPr marL="192024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7pPr>
            <a:lvl8pPr marL="224028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8pPr>
            <a:lvl9pPr marL="256032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446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1460500"/>
            <a:ext cx="272034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1460500"/>
            <a:ext cx="2720340" cy="3481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342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292101"/>
            <a:ext cx="5520690" cy="106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1344930"/>
            <a:ext cx="2707838" cy="659130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2004060"/>
            <a:ext cx="2707838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1344930"/>
            <a:ext cx="2721174" cy="659130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2004060"/>
            <a:ext cx="2721174" cy="29476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220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261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717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365760"/>
            <a:ext cx="2064425" cy="128016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4" y="789941"/>
            <a:ext cx="3240405" cy="3898900"/>
          </a:xfrm>
        </p:spPr>
        <p:txBody>
          <a:bodyPr/>
          <a:lstStyle>
            <a:lvl1pPr>
              <a:defRPr sz="2240"/>
            </a:lvl1pPr>
            <a:lvl2pPr>
              <a:defRPr sz="1960"/>
            </a:lvl2pPr>
            <a:lvl3pPr>
              <a:defRPr sz="168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1645920"/>
            <a:ext cx="2064425" cy="3049270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140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365760"/>
            <a:ext cx="2064425" cy="128016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4" y="789941"/>
            <a:ext cx="3240405" cy="3898900"/>
          </a:xfrm>
        </p:spPr>
        <p:txBody>
          <a:bodyPr anchor="t"/>
          <a:lstStyle>
            <a:lvl1pPr marL="0" indent="0">
              <a:buNone/>
              <a:defRPr sz="2240"/>
            </a:lvl1pPr>
            <a:lvl2pPr marL="320040" indent="0">
              <a:buNone/>
              <a:defRPr sz="1960"/>
            </a:lvl2pPr>
            <a:lvl3pPr marL="640080" indent="0">
              <a:buNone/>
              <a:defRPr sz="1680"/>
            </a:lvl3pPr>
            <a:lvl4pPr marL="960120" indent="0">
              <a:buNone/>
              <a:defRPr sz="1400"/>
            </a:lvl4pPr>
            <a:lvl5pPr marL="1280160" indent="0">
              <a:buNone/>
              <a:defRPr sz="1400"/>
            </a:lvl5pPr>
            <a:lvl6pPr marL="1600200" indent="0">
              <a:buNone/>
              <a:defRPr sz="1400"/>
            </a:lvl6pPr>
            <a:lvl7pPr marL="1920240" indent="0">
              <a:buNone/>
              <a:defRPr sz="1400"/>
            </a:lvl7pPr>
            <a:lvl8pPr marL="2240280" indent="0">
              <a:buNone/>
              <a:defRPr sz="1400"/>
            </a:lvl8pPr>
            <a:lvl9pPr marL="2560320" indent="0">
              <a:buNone/>
              <a:defRPr sz="1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1645920"/>
            <a:ext cx="2064425" cy="3049270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225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361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3" y="292100"/>
            <a:ext cx="1380173" cy="464947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292100"/>
            <a:ext cx="4060508" cy="464947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541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292101"/>
            <a:ext cx="5520690" cy="1060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1460500"/>
            <a:ext cx="5520690" cy="34810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5085081"/>
            <a:ext cx="144018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D729E4-45D4-1846-98FB-B7ECE0B9E18D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5085081"/>
            <a:ext cx="216027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5085081"/>
            <a:ext cx="1440180" cy="292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378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640080" rtl="0" eaLnBrk="1" latinLnBrk="0" hangingPunct="1">
        <a:lnSpc>
          <a:spcPct val="90000"/>
        </a:lnSpc>
        <a:spcBef>
          <a:spcPct val="0"/>
        </a:spcBef>
        <a:buNone/>
        <a:defRPr sz="3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0020" indent="-160020" algn="l" defTabSz="64008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196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001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201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76022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20802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7203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200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2402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5603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8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12" Type="http://schemas.microsoft.com/office/2007/relationships/hdphoto" Target="../media/hdphoto4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7.png"/><Relationship Id="rId5" Type="http://schemas.openxmlformats.org/officeDocument/2006/relationships/image" Target="../media/image3.svg"/><Relationship Id="rId15" Type="http://schemas.openxmlformats.org/officeDocument/2006/relationships/image" Target="../media/image9.emf"/><Relationship Id="rId10" Type="http://schemas.microsoft.com/office/2007/relationships/hdphoto" Target="../media/hdphoto3.wdp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microsoft.com/office/2007/relationships/hdphoto" Target="../media/hdphoto5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DA89A3F-E98F-89CF-0EBE-9F43EB6837F5}"/>
              </a:ext>
            </a:extLst>
          </p:cNvPr>
          <p:cNvGrpSpPr/>
          <p:nvPr/>
        </p:nvGrpSpPr>
        <p:grpSpPr>
          <a:xfrm>
            <a:off x="0" y="-1"/>
            <a:ext cx="6410959" cy="5487707"/>
            <a:chOff x="49902" y="1088744"/>
            <a:chExt cx="7123289" cy="609745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08B45A0-DEA6-9C86-DCD2-26801A417A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 l="584" r="-26"/>
            <a:stretch/>
          </p:blipFill>
          <p:spPr>
            <a:xfrm>
              <a:off x="49902" y="2084684"/>
              <a:ext cx="7109435" cy="510151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9D08921-3CA0-6D8D-3DBA-784B418736CB}"/>
                </a:ext>
              </a:extLst>
            </p:cNvPr>
            <p:cNvSpPr/>
            <p:nvPr/>
          </p:nvSpPr>
          <p:spPr>
            <a:xfrm>
              <a:off x="49902" y="1088744"/>
              <a:ext cx="7123289" cy="5633570"/>
            </a:xfrm>
            <a:prstGeom prst="rect">
              <a:avLst/>
            </a:prstGeom>
            <a:gradFill>
              <a:gsLst>
                <a:gs pos="0">
                  <a:srgbClr val="FEFEFE">
                    <a:alpha val="0"/>
                  </a:srgbClr>
                </a:gs>
                <a:gs pos="65000">
                  <a:srgbClr val="FEFEFE"/>
                </a:gs>
                <a:gs pos="47000">
                  <a:srgbClr val="FEFEFE">
                    <a:alpha val="19675"/>
                  </a:srgbClr>
                </a:gs>
                <a:gs pos="37000">
                  <a:srgbClr val="FEFEFE">
                    <a:alpha val="0"/>
                  </a:srgbClr>
                </a:gs>
                <a:gs pos="100000">
                  <a:srgbClr val="FEFEFE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80" dirty="0"/>
            </a:p>
          </p:txBody>
        </p:sp>
      </p:grpSp>
      <p:pic>
        <p:nvPicPr>
          <p:cNvPr id="7" name="Graphic 6" descr="Open hand with plant with solid fill">
            <a:extLst>
              <a:ext uri="{FF2B5EF4-FFF2-40B4-BE49-F238E27FC236}">
                <a16:creationId xmlns:a16="http://schemas.microsoft.com/office/drawing/2014/main" id="{3B86E862-E21C-3B7B-DA8A-FD743ACF412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54617" y="1281145"/>
            <a:ext cx="493776" cy="493776"/>
          </a:xfrm>
          <a:prstGeom prst="rect">
            <a:avLst/>
          </a:prstGeom>
        </p:spPr>
      </p:pic>
      <p:pic>
        <p:nvPicPr>
          <p:cNvPr id="8" name="Graphic 7" descr="Open hand with plant with solid fill">
            <a:extLst>
              <a:ext uri="{FF2B5EF4-FFF2-40B4-BE49-F238E27FC236}">
                <a16:creationId xmlns:a16="http://schemas.microsoft.com/office/drawing/2014/main" id="{2B136FEE-A09C-9DC5-5C67-9E47C35412B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65726" y="1829751"/>
            <a:ext cx="493776" cy="493776"/>
          </a:xfrm>
          <a:prstGeom prst="rect">
            <a:avLst/>
          </a:prstGeom>
        </p:spPr>
      </p:pic>
      <p:pic>
        <p:nvPicPr>
          <p:cNvPr id="9" name="Picture 8" descr="A close up of a green plant&#10;&#10;Description automatically generated">
            <a:extLst>
              <a:ext uri="{FF2B5EF4-FFF2-40B4-BE49-F238E27FC236}">
                <a16:creationId xmlns:a16="http://schemas.microsoft.com/office/drawing/2014/main" id="{393ABB12-2D96-398C-82B4-C4B0731C5777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9718" y="123714"/>
            <a:ext cx="1851599" cy="4483257"/>
          </a:xfrm>
          <a:prstGeom prst="rect">
            <a:avLst/>
          </a:prstGeom>
          <a:effectLst>
            <a:glow rad="63500">
              <a:srgbClr val="7ED4A5">
                <a:alpha val="80000"/>
              </a:srgbClr>
            </a:glow>
          </a:effectLst>
        </p:spPr>
      </p:pic>
      <p:pic>
        <p:nvPicPr>
          <p:cNvPr id="10" name="Picture 9" descr="A close up of a green leaf&#10;&#10;Description automatically generated">
            <a:extLst>
              <a:ext uri="{FF2B5EF4-FFF2-40B4-BE49-F238E27FC236}">
                <a16:creationId xmlns:a16="http://schemas.microsoft.com/office/drawing/2014/main" id="{7FFA3710-5A82-AB54-6693-7164EEFD22BB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91068" y="2390962"/>
            <a:ext cx="968792" cy="2425568"/>
          </a:xfrm>
          <a:prstGeom prst="rect">
            <a:avLst/>
          </a:prstGeom>
          <a:effectLst>
            <a:glow rad="63500">
              <a:srgbClr val="4472B2">
                <a:alpha val="80000"/>
              </a:srgbClr>
            </a:glow>
          </a:effectLst>
        </p:spPr>
      </p:pic>
      <p:pic>
        <p:nvPicPr>
          <p:cNvPr id="11" name="Picture 10" descr="A close up of a plant&#10;&#10;Description automatically generated">
            <a:extLst>
              <a:ext uri="{FF2B5EF4-FFF2-40B4-BE49-F238E27FC236}">
                <a16:creationId xmlns:a16="http://schemas.microsoft.com/office/drawing/2014/main" id="{DA674E32-E35B-AC62-9DA9-AE7204D2C8A0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hq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7981" y="2642306"/>
            <a:ext cx="1159513" cy="2584176"/>
          </a:xfrm>
          <a:prstGeom prst="rect">
            <a:avLst/>
          </a:prstGeom>
          <a:effectLst>
            <a:glow rad="63500">
              <a:srgbClr val="FFDF7F">
                <a:alpha val="80000"/>
              </a:srgbClr>
            </a:glow>
          </a:effectLst>
        </p:spPr>
      </p:pic>
      <p:pic>
        <p:nvPicPr>
          <p:cNvPr id="12" name="Picture 11" descr="A close up of a flower&#10;&#10;Description automatically generated">
            <a:extLst>
              <a:ext uri="{FF2B5EF4-FFF2-40B4-BE49-F238E27FC236}">
                <a16:creationId xmlns:a16="http://schemas.microsoft.com/office/drawing/2014/main" id="{600A1D9E-9B0C-F3AC-564D-C13D04BF7932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hq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09439" y="659930"/>
            <a:ext cx="739161" cy="2037271"/>
          </a:xfrm>
          <a:prstGeom prst="rect">
            <a:avLst/>
          </a:prstGeom>
          <a:effectLst>
            <a:glow rad="63500">
              <a:srgbClr val="7FD9F8">
                <a:alpha val="50000"/>
              </a:srgbClr>
            </a:glow>
          </a:effectLst>
        </p:spPr>
      </p:pic>
      <p:pic>
        <p:nvPicPr>
          <p:cNvPr id="13" name="Picture 12" descr="A close up of a flower&#10;&#10;Description automatically generated">
            <a:extLst>
              <a:ext uri="{FF2B5EF4-FFF2-40B4-BE49-F238E27FC236}">
                <a16:creationId xmlns:a16="http://schemas.microsoft.com/office/drawing/2014/main" id="{4B470C5C-DC32-0B46-35C7-2B05F48CE793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hq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3268" y="268238"/>
            <a:ext cx="968324" cy="2283924"/>
          </a:xfrm>
          <a:prstGeom prst="rect">
            <a:avLst/>
          </a:prstGeom>
          <a:effectLst>
            <a:glow rad="63500">
              <a:srgbClr val="FF7F7F">
                <a:alpha val="50000"/>
              </a:srgbClr>
            </a:glow>
          </a:effec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317B27D3-EE75-E93A-356B-F30B69FCC122}"/>
              </a:ext>
            </a:extLst>
          </p:cNvPr>
          <p:cNvGrpSpPr/>
          <p:nvPr/>
        </p:nvGrpSpPr>
        <p:grpSpPr>
          <a:xfrm>
            <a:off x="3016995" y="796586"/>
            <a:ext cx="2007536" cy="3597833"/>
            <a:chOff x="4326501" y="2975650"/>
            <a:chExt cx="1254710" cy="2248645"/>
          </a:xfrm>
        </p:grpSpPr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FF505AA4-6EE0-91D4-F817-65CD5C6D6FC8}"/>
                </a:ext>
              </a:extLst>
            </p:cNvPr>
            <p:cNvSpPr/>
            <p:nvPr/>
          </p:nvSpPr>
          <p:spPr>
            <a:xfrm rot="2314735" flipV="1">
              <a:off x="4326501" y="2975650"/>
              <a:ext cx="1254710" cy="1005199"/>
            </a:xfrm>
            <a:prstGeom prst="arc">
              <a:avLst>
                <a:gd name="adj1" fmla="val 20015967"/>
                <a:gd name="adj2" fmla="val 604777"/>
              </a:avLst>
            </a:prstGeom>
            <a:noFill/>
            <a:ln w="762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760">
                <a:cs typeface="Times New Roman" panose="02020603050405020304" pitchFamily="18" charset="0"/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1B016B4-5858-DCCE-136C-66F356903CD6}"/>
                </a:ext>
              </a:extLst>
            </p:cNvPr>
            <p:cNvCxnSpPr>
              <a:cxnSpLocks/>
            </p:cNvCxnSpPr>
            <p:nvPr/>
          </p:nvCxnSpPr>
          <p:spPr>
            <a:xfrm>
              <a:off x="5065116" y="4018309"/>
              <a:ext cx="173957" cy="0"/>
            </a:xfrm>
            <a:prstGeom prst="line">
              <a:avLst/>
            </a:prstGeom>
            <a:ln w="793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2DE5C2A9-03B6-8991-BAF0-8A5719C8F644}"/>
                </a:ext>
              </a:extLst>
            </p:cNvPr>
            <p:cNvSpPr/>
            <p:nvPr/>
          </p:nvSpPr>
          <p:spPr>
            <a:xfrm rot="7799100" flipH="1" flipV="1">
              <a:off x="4417103" y="4095449"/>
              <a:ext cx="1254710" cy="1002982"/>
            </a:xfrm>
            <a:prstGeom prst="arc">
              <a:avLst>
                <a:gd name="adj1" fmla="val 19972477"/>
                <a:gd name="adj2" fmla="val 651920"/>
              </a:avLst>
            </a:prstGeom>
            <a:noFill/>
            <a:ln w="762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760">
                <a:cs typeface="Times New Roman" panose="02020603050405020304" pitchFamily="18" charset="0"/>
              </a:endParaRPr>
            </a:p>
          </p:txBody>
        </p:sp>
      </p:grp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951F161-5CEC-8284-1890-D53F65228826}"/>
              </a:ext>
            </a:extLst>
          </p:cNvPr>
          <p:cNvCxnSpPr>
            <a:cxnSpLocks/>
          </p:cNvCxnSpPr>
          <p:nvPr/>
        </p:nvCxnSpPr>
        <p:spPr>
          <a:xfrm>
            <a:off x="1514997" y="1803340"/>
            <a:ext cx="730324" cy="240822"/>
          </a:xfrm>
          <a:prstGeom prst="line">
            <a:avLst/>
          </a:prstGeom>
          <a:ln w="76200">
            <a:solidFill>
              <a:schemeClr val="tx1"/>
            </a:solidFill>
            <a:head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AD8C604-E052-C6AF-CE14-B82135A56604}"/>
              </a:ext>
            </a:extLst>
          </p:cNvPr>
          <p:cNvCxnSpPr>
            <a:cxnSpLocks/>
          </p:cNvCxnSpPr>
          <p:nvPr/>
        </p:nvCxnSpPr>
        <p:spPr>
          <a:xfrm flipV="1">
            <a:off x="1547760" y="3060086"/>
            <a:ext cx="706334" cy="266228"/>
          </a:xfrm>
          <a:prstGeom prst="line">
            <a:avLst/>
          </a:prstGeom>
          <a:ln w="76200">
            <a:solidFill>
              <a:schemeClr val="tx1"/>
            </a:solidFill>
            <a:prstDash val="solid"/>
            <a:head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Graphic 19" descr="Open hand with plant with solid fill">
            <a:extLst>
              <a:ext uri="{FF2B5EF4-FFF2-40B4-BE49-F238E27FC236}">
                <a16:creationId xmlns:a16="http://schemas.microsoft.com/office/drawing/2014/main" id="{6E7DD12B-6A60-904C-8334-D47877A7B56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84528" y="2581738"/>
            <a:ext cx="493776" cy="4937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D774132-54F3-34B0-F9CF-F189C1C00BA1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l="13410" t="13813" r="13014" b="13214"/>
          <a:stretch/>
        </p:blipFill>
        <p:spPr>
          <a:xfrm>
            <a:off x="2564301" y="1744846"/>
            <a:ext cx="1314742" cy="1307922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547928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Dawson M White</dc:creator>
  <cp:lastModifiedBy>Dawson M White</cp:lastModifiedBy>
  <cp:revision>2</cp:revision>
  <dcterms:created xsi:type="dcterms:W3CDTF">2026-06-05T15:29:59Z</dcterms:created>
  <dcterms:modified xsi:type="dcterms:W3CDTF">2026-06-08T15:35:56Z</dcterms:modified>
</cp:coreProperties>
</file>