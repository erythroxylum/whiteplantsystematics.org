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sldIdLst>
    <p:sldId id="256" r:id="rId2"/>
  </p:sldIdLst>
  <p:sldSz cx="6400800" cy="548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20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422"/>
  </p:normalViewPr>
  <p:slideViewPr>
    <p:cSldViewPr snapToGrid="0" showGuides="1">
      <p:cViewPr>
        <p:scale>
          <a:sx n="161" d="100"/>
          <a:sy n="161" d="100"/>
        </p:scale>
        <p:origin x="1752" y="0"/>
      </p:cViewPr>
      <p:guideLst>
        <p:guide orient="horz" pos="1728"/>
        <p:guide pos="20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897890"/>
            <a:ext cx="5440680" cy="191008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2881630"/>
            <a:ext cx="4800600" cy="1324610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39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1367791"/>
            <a:ext cx="5520690" cy="2282190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3671571"/>
            <a:ext cx="5520690" cy="1200150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4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1460500"/>
            <a:ext cx="272034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1460500"/>
            <a:ext cx="272034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42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292101"/>
            <a:ext cx="5520690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1344930"/>
            <a:ext cx="2707838" cy="659130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2004060"/>
            <a:ext cx="2707838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1344930"/>
            <a:ext cx="2721174" cy="659130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2004060"/>
            <a:ext cx="2721174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20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6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71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65760"/>
            <a:ext cx="2064425" cy="12801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789941"/>
            <a:ext cx="3240405" cy="3898900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645920"/>
            <a:ext cx="2064425" cy="304927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0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65760"/>
            <a:ext cx="2064425" cy="12801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789941"/>
            <a:ext cx="3240405" cy="3898900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645920"/>
            <a:ext cx="2064425" cy="304927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25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6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292100"/>
            <a:ext cx="1380173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292100"/>
            <a:ext cx="4060508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41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292101"/>
            <a:ext cx="5520690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1460500"/>
            <a:ext cx="5520690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5085081"/>
            <a:ext cx="14401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D729E4-45D4-1846-98FB-B7ECE0B9E18D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5085081"/>
            <a:ext cx="216027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5085081"/>
            <a:ext cx="14401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37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5" Type="http://schemas.openxmlformats.org/officeDocument/2006/relationships/image" Target="../media/image9.emf"/><Relationship Id="rId10" Type="http://schemas.microsoft.com/office/2007/relationships/hdphoto" Target="../media/hdphoto3.wdp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DA89A3F-E98F-89CF-0EBE-9F43EB6837F5}"/>
              </a:ext>
            </a:extLst>
          </p:cNvPr>
          <p:cNvGrpSpPr/>
          <p:nvPr/>
        </p:nvGrpSpPr>
        <p:grpSpPr>
          <a:xfrm>
            <a:off x="-12469" y="-1"/>
            <a:ext cx="6423428" cy="5487707"/>
            <a:chOff x="36048" y="1088744"/>
            <a:chExt cx="7137143" cy="6097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08B45A0-DEA6-9C86-DCD2-26801A417A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 l="390" r="-26"/>
            <a:stretch/>
          </p:blipFill>
          <p:spPr>
            <a:xfrm>
              <a:off x="36048" y="2084684"/>
              <a:ext cx="7123289" cy="51015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9D08921-3CA0-6D8D-3DBA-784B418736CB}"/>
                </a:ext>
              </a:extLst>
            </p:cNvPr>
            <p:cNvSpPr/>
            <p:nvPr/>
          </p:nvSpPr>
          <p:spPr>
            <a:xfrm>
              <a:off x="49902" y="1088744"/>
              <a:ext cx="7123289" cy="5633570"/>
            </a:xfrm>
            <a:prstGeom prst="rect">
              <a:avLst/>
            </a:prstGeom>
            <a:gradFill>
              <a:gsLst>
                <a:gs pos="0">
                  <a:srgbClr val="FEFEFE">
                    <a:alpha val="0"/>
                  </a:srgbClr>
                </a:gs>
                <a:gs pos="65000">
                  <a:srgbClr val="FEFEFE"/>
                </a:gs>
                <a:gs pos="47000">
                  <a:srgbClr val="FEFEFE">
                    <a:alpha val="19675"/>
                  </a:srgbClr>
                </a:gs>
                <a:gs pos="37000">
                  <a:srgbClr val="FEFEFE">
                    <a:alpha val="0"/>
                  </a:srgbClr>
                </a:gs>
                <a:gs pos="100000">
                  <a:srgbClr val="FEFEFE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80" dirty="0"/>
            </a:p>
          </p:txBody>
        </p:sp>
      </p:grpSp>
      <p:pic>
        <p:nvPicPr>
          <p:cNvPr id="7" name="Graphic 6" descr="Open hand with plant with solid fill">
            <a:extLst>
              <a:ext uri="{FF2B5EF4-FFF2-40B4-BE49-F238E27FC236}">
                <a16:creationId xmlns:a16="http://schemas.microsoft.com/office/drawing/2014/main" id="{3B86E862-E21C-3B7B-DA8A-FD743ACF412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54617" y="1645213"/>
            <a:ext cx="493776" cy="493776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2B136FEE-A09C-9DC5-5C67-9E47C3541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65726" y="2176886"/>
            <a:ext cx="493776" cy="493776"/>
          </a:xfrm>
          <a:prstGeom prst="rect">
            <a:avLst/>
          </a:prstGeom>
        </p:spPr>
      </p:pic>
      <p:pic>
        <p:nvPicPr>
          <p:cNvPr id="9" name="Picture 8" descr="A close up of a green plant&#10;&#10;Description automatically generated">
            <a:extLst>
              <a:ext uri="{FF2B5EF4-FFF2-40B4-BE49-F238E27FC236}">
                <a16:creationId xmlns:a16="http://schemas.microsoft.com/office/drawing/2014/main" id="{393ABB12-2D96-398C-82B4-C4B0731C5777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718" y="896345"/>
            <a:ext cx="1668875" cy="4040830"/>
          </a:xfrm>
          <a:prstGeom prst="rect">
            <a:avLst/>
          </a:prstGeom>
          <a:effectLst>
            <a:glow rad="63500">
              <a:srgbClr val="7ED4A5">
                <a:alpha val="80000"/>
              </a:srgbClr>
            </a:glow>
          </a:effectLst>
        </p:spPr>
      </p:pic>
      <p:pic>
        <p:nvPicPr>
          <p:cNvPr id="10" name="Picture 9" descr="A close up of a green leaf&#10;&#10;Description automatically generated">
            <a:extLst>
              <a:ext uri="{FF2B5EF4-FFF2-40B4-BE49-F238E27FC236}">
                <a16:creationId xmlns:a16="http://schemas.microsoft.com/office/drawing/2014/main" id="{7FFA3710-5A82-AB54-6693-7164EEFD22BB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091" y="2630327"/>
            <a:ext cx="873187" cy="2186202"/>
          </a:xfrm>
          <a:prstGeom prst="rect">
            <a:avLst/>
          </a:prstGeom>
          <a:effectLst>
            <a:glow rad="63500">
              <a:srgbClr val="4472B2">
                <a:alpha val="80000"/>
              </a:srgbClr>
            </a:glow>
          </a:effectLst>
        </p:spPr>
      </p:pic>
      <p:pic>
        <p:nvPicPr>
          <p:cNvPr id="11" name="Picture 10" descr="A close up of a plant&#10;&#10;Description automatically generated">
            <a:extLst>
              <a:ext uri="{FF2B5EF4-FFF2-40B4-BE49-F238E27FC236}">
                <a16:creationId xmlns:a16="http://schemas.microsoft.com/office/drawing/2014/main" id="{DA674E32-E35B-AC62-9DA9-AE7204D2C8A0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7981" y="2665190"/>
            <a:ext cx="1045087" cy="2329159"/>
          </a:xfrm>
          <a:prstGeom prst="rect">
            <a:avLst/>
          </a:prstGeom>
          <a:effectLst>
            <a:glow rad="63500">
              <a:srgbClr val="FFDF7F">
                <a:alpha val="80000"/>
              </a:srgbClr>
            </a:glow>
          </a:effectLst>
        </p:spPr>
      </p:pic>
      <p:pic>
        <p:nvPicPr>
          <p:cNvPr id="12" name="Picture 11" descr="A close up of a flower&#10;&#10;Description automatically generated">
            <a:extLst>
              <a:ext uri="{FF2B5EF4-FFF2-40B4-BE49-F238E27FC236}">
                <a16:creationId xmlns:a16="http://schemas.microsoft.com/office/drawing/2014/main" id="{600A1D9E-9B0C-F3AC-564D-C13D04BF7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hq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7635" y="868927"/>
            <a:ext cx="666217" cy="1836225"/>
          </a:xfrm>
          <a:prstGeom prst="rect">
            <a:avLst/>
          </a:prstGeom>
          <a:effectLst>
            <a:glow rad="63500">
              <a:srgbClr val="7FD9F8">
                <a:alpha val="50000"/>
              </a:srgbClr>
            </a:glow>
          </a:effectLst>
        </p:spPr>
      </p:pic>
      <p:pic>
        <p:nvPicPr>
          <p:cNvPr id="13" name="Picture 12" descr="A close up of a flower&#10;&#10;Description automatically generated">
            <a:extLst>
              <a:ext uri="{FF2B5EF4-FFF2-40B4-BE49-F238E27FC236}">
                <a16:creationId xmlns:a16="http://schemas.microsoft.com/office/drawing/2014/main" id="{4B470C5C-DC32-0B46-35C7-2B05F48CE793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hq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3268" y="598024"/>
            <a:ext cx="872766" cy="2058537"/>
          </a:xfrm>
          <a:prstGeom prst="rect">
            <a:avLst/>
          </a:prstGeom>
          <a:effectLst>
            <a:glow rad="63500">
              <a:srgbClr val="FF7F7F">
                <a:alpha val="50000"/>
              </a:srgbClr>
            </a:glo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17B27D3-EE75-E93A-356B-F30B69FCC122}"/>
              </a:ext>
            </a:extLst>
          </p:cNvPr>
          <p:cNvGrpSpPr/>
          <p:nvPr/>
        </p:nvGrpSpPr>
        <p:grpSpPr>
          <a:xfrm>
            <a:off x="3016995" y="1143721"/>
            <a:ext cx="2007536" cy="3597833"/>
            <a:chOff x="4326501" y="2975650"/>
            <a:chExt cx="1254710" cy="2248645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FF505AA4-6EE0-91D4-F817-65CD5C6D6FC8}"/>
                </a:ext>
              </a:extLst>
            </p:cNvPr>
            <p:cNvSpPr/>
            <p:nvPr/>
          </p:nvSpPr>
          <p:spPr>
            <a:xfrm rot="2314735" flipV="1">
              <a:off x="4326501" y="2975650"/>
              <a:ext cx="1254710" cy="1005199"/>
            </a:xfrm>
            <a:prstGeom prst="arc">
              <a:avLst>
                <a:gd name="adj1" fmla="val 20015967"/>
                <a:gd name="adj2" fmla="val 604777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1B016B4-5858-DCCE-136C-66F356903CD6}"/>
                </a:ext>
              </a:extLst>
            </p:cNvPr>
            <p:cNvCxnSpPr>
              <a:cxnSpLocks/>
            </p:cNvCxnSpPr>
            <p:nvPr/>
          </p:nvCxnSpPr>
          <p:spPr>
            <a:xfrm>
              <a:off x="5065116" y="4018309"/>
              <a:ext cx="173957" cy="0"/>
            </a:xfrm>
            <a:prstGeom prst="line">
              <a:avLst/>
            </a:prstGeom>
            <a:ln w="793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2DE5C2A9-03B6-8991-BAF0-8A5719C8F644}"/>
                </a:ext>
              </a:extLst>
            </p:cNvPr>
            <p:cNvSpPr/>
            <p:nvPr/>
          </p:nvSpPr>
          <p:spPr>
            <a:xfrm rot="7799100" flipH="1" flipV="1">
              <a:off x="4417103" y="4095449"/>
              <a:ext cx="1254710" cy="1002982"/>
            </a:xfrm>
            <a:prstGeom prst="arc">
              <a:avLst>
                <a:gd name="adj1" fmla="val 19972477"/>
                <a:gd name="adj2" fmla="val 651920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951F161-5CEC-8284-1890-D53F65228826}"/>
              </a:ext>
            </a:extLst>
          </p:cNvPr>
          <p:cNvCxnSpPr>
            <a:cxnSpLocks/>
          </p:cNvCxnSpPr>
          <p:nvPr/>
        </p:nvCxnSpPr>
        <p:spPr>
          <a:xfrm>
            <a:off x="1514997" y="2167408"/>
            <a:ext cx="730324" cy="240822"/>
          </a:xfrm>
          <a:prstGeom prst="line">
            <a:avLst/>
          </a:prstGeom>
          <a:ln w="76200">
            <a:solidFill>
              <a:schemeClr val="tx1"/>
            </a:solidFill>
            <a:head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AD8C604-E052-C6AF-CE14-B82135A56604}"/>
              </a:ext>
            </a:extLst>
          </p:cNvPr>
          <p:cNvCxnSpPr>
            <a:cxnSpLocks/>
          </p:cNvCxnSpPr>
          <p:nvPr/>
        </p:nvCxnSpPr>
        <p:spPr>
          <a:xfrm flipV="1">
            <a:off x="1547760" y="3083982"/>
            <a:ext cx="706334" cy="266228"/>
          </a:xfrm>
          <a:prstGeom prst="line">
            <a:avLst/>
          </a:prstGeom>
          <a:ln w="76200">
            <a:solidFill>
              <a:schemeClr val="tx1"/>
            </a:solidFill>
            <a:prstDash val="solid"/>
            <a:headEnd type="triangle" w="med" len="sm"/>
          </a:ln>
          <a:effectLst>
            <a:glow rad="63500">
              <a:schemeClr val="bg1">
                <a:alpha val="81438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Open hand with plant with solid fill">
            <a:extLst>
              <a:ext uri="{FF2B5EF4-FFF2-40B4-BE49-F238E27FC236}">
                <a16:creationId xmlns:a16="http://schemas.microsoft.com/office/drawing/2014/main" id="{6E7DD12B-6A60-904C-8334-D47877A7B5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84528" y="2605634"/>
            <a:ext cx="493776" cy="493776"/>
          </a:xfrm>
          <a:prstGeom prst="rect">
            <a:avLst/>
          </a:prstGeom>
          <a:effectLst>
            <a:glow rad="63500">
              <a:schemeClr val="bg1">
                <a:alpha val="81438"/>
              </a:schemeClr>
            </a:glo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D774132-54F3-34B0-F9CF-F189C1C00BA1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13410" t="13813" r="13014" b="13214"/>
          <a:stretch/>
        </p:blipFill>
        <p:spPr>
          <a:xfrm>
            <a:off x="2453914" y="2217960"/>
            <a:ext cx="1314742" cy="130792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547928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Dawson M White</dc:creator>
  <cp:lastModifiedBy>Dawson M White</cp:lastModifiedBy>
  <cp:revision>5</cp:revision>
  <dcterms:created xsi:type="dcterms:W3CDTF">2026-06-05T15:29:59Z</dcterms:created>
  <dcterms:modified xsi:type="dcterms:W3CDTF">2026-06-09T16:26:17Z</dcterms:modified>
</cp:coreProperties>
</file>